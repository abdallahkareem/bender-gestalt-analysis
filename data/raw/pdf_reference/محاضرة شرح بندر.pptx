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4" r:id="rId4"/>
    <p:sldId id="266" r:id="rId5"/>
    <p:sldId id="267" r:id="rId6"/>
    <p:sldId id="268" r:id="rId7"/>
    <p:sldId id="269" r:id="rId8"/>
    <p:sldId id="260" r:id="rId9"/>
    <p:sldId id="262" r:id="rId10"/>
    <p:sldId id="259" r:id="rId11"/>
    <p:sldId id="261" r:id="rId12"/>
    <p:sldId id="263" r:id="rId13"/>
    <p:sldId id="258" r:id="rId14"/>
    <p:sldId id="270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80" d="100"/>
          <a:sy n="80" d="100"/>
        </p:scale>
        <p:origin x="-1674" y="-1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oogle.com/forms/d/e/1FAIpQLScKgZW2bYjXbwit1TdVCI9cDqzZDmqxrHgig1U21hdkrYGlGw/viewform?usp=publish-editor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533400"/>
            <a:ext cx="7772400" cy="1470025"/>
          </a:xfrm>
        </p:spPr>
        <p:txBody>
          <a:bodyPr/>
          <a:lstStyle/>
          <a:p>
            <a:r>
              <a:rPr lang="ar-EG" b="1" dirty="0" smtClean="0"/>
              <a:t>اختبار بندر جشطالت</a:t>
            </a:r>
            <a:endParaRPr lang="ar-EG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5400" y="1600200"/>
            <a:ext cx="7239000" cy="4495800"/>
          </a:xfrm>
        </p:spPr>
        <p:txBody>
          <a:bodyPr>
            <a:normAutofit lnSpcReduction="10000"/>
          </a:bodyPr>
          <a:lstStyle/>
          <a:p>
            <a:pPr marL="457200" indent="-457200" rtl="1">
              <a:buFontTx/>
              <a:buChar char="-"/>
            </a:pPr>
            <a:r>
              <a:rPr lang="ar-EG" b="1" dirty="0" smtClean="0">
                <a:solidFill>
                  <a:schemeClr val="tx1"/>
                </a:solidFill>
              </a:rPr>
              <a:t>الهدف من الاختبار</a:t>
            </a:r>
          </a:p>
          <a:p>
            <a:pPr marL="457200" indent="-457200" rtl="1">
              <a:buFontTx/>
              <a:buChar char="-"/>
            </a:pPr>
            <a:r>
              <a:rPr lang="ar-EG" b="1" dirty="0" smtClean="0">
                <a:solidFill>
                  <a:schemeClr val="tx1"/>
                </a:solidFill>
              </a:rPr>
              <a:t>- مكونات الاختبار</a:t>
            </a:r>
          </a:p>
          <a:p>
            <a:pPr marL="457200" indent="-457200" rtl="1">
              <a:buFontTx/>
              <a:buChar char="-"/>
            </a:pPr>
            <a:r>
              <a:rPr lang="ar-EG" b="1" dirty="0" smtClean="0">
                <a:solidFill>
                  <a:schemeClr val="tx1"/>
                </a:solidFill>
              </a:rPr>
              <a:t>- طريقة التطبيق </a:t>
            </a:r>
          </a:p>
          <a:p>
            <a:pPr marL="457200" indent="-457200" rtl="1">
              <a:buFontTx/>
              <a:buChar char="-"/>
            </a:pPr>
            <a:r>
              <a:rPr lang="ar-EG" b="1" dirty="0" smtClean="0">
                <a:solidFill>
                  <a:schemeClr val="tx1"/>
                </a:solidFill>
              </a:rPr>
              <a:t>طريقة التصحيح الكيفي</a:t>
            </a:r>
          </a:p>
          <a:p>
            <a:pPr marL="457200" indent="-457200" rtl="1">
              <a:buFontTx/>
              <a:buChar char="-"/>
            </a:pPr>
            <a:r>
              <a:rPr lang="ar-EG" b="1" dirty="0" smtClean="0">
                <a:solidFill>
                  <a:schemeClr val="tx1"/>
                </a:solidFill>
              </a:rPr>
              <a:t>- طريقة كتابة التعليق</a:t>
            </a:r>
          </a:p>
          <a:p>
            <a:pPr marL="457200" indent="-457200" rtl="1">
              <a:buFontTx/>
              <a:buChar char="-"/>
            </a:pPr>
            <a:r>
              <a:rPr lang="ar-EG" b="1" dirty="0" smtClean="0">
                <a:solidFill>
                  <a:schemeClr val="tx1"/>
                </a:solidFill>
              </a:rPr>
              <a:t>ملاحظات هامة:</a:t>
            </a:r>
          </a:p>
          <a:p>
            <a:pPr marL="457200" indent="-457200" rtl="1">
              <a:buFontTx/>
              <a:buChar char="-"/>
            </a:pPr>
            <a:r>
              <a:rPr lang="ar-EG" sz="2400" b="1" dirty="0" smtClean="0">
                <a:solidFill>
                  <a:schemeClr val="tx1"/>
                </a:solidFill>
              </a:rPr>
              <a:t>يراعي وضع الورقة بالشكل الصحيح عند التطبيق والتصحيح</a:t>
            </a:r>
          </a:p>
          <a:p>
            <a:pPr marL="457200" indent="-457200" rtl="1">
              <a:buFontTx/>
              <a:buChar char="-"/>
            </a:pPr>
            <a:r>
              <a:rPr lang="ar-EG" sz="2400" b="1" dirty="0" smtClean="0">
                <a:solidFill>
                  <a:schemeClr val="tx1"/>
                </a:solidFill>
              </a:rPr>
              <a:t>يسجل هل تم تدوير الورقة أم لا  </a:t>
            </a:r>
          </a:p>
          <a:p>
            <a:pPr marL="457200" indent="-457200" rtl="1">
              <a:buFontTx/>
              <a:buChar char="-"/>
            </a:pPr>
            <a:r>
              <a:rPr lang="ar-EG" sz="2400" b="1" dirty="0" smtClean="0">
                <a:solidFill>
                  <a:schemeClr val="tx1"/>
                </a:solidFill>
              </a:rPr>
              <a:t>ويسجل سرعة الطفل عند الاستجابة </a:t>
            </a:r>
          </a:p>
          <a:p>
            <a:pPr marL="457200" indent="-457200">
              <a:buFontTx/>
              <a:buChar char="-"/>
            </a:pPr>
            <a:endParaRPr lang="ar-EG" dirty="0" smtClean="0"/>
          </a:p>
        </p:txBody>
      </p:sp>
    </p:spTree>
    <p:extLst>
      <p:ext uri="{BB962C8B-B14F-4D97-AF65-F5344CB8AC3E}">
        <p14:creationId xmlns:p14="http://schemas.microsoft.com/office/powerpoint/2010/main" val="919560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EG" dirty="0" smtClean="0"/>
              <a:t>تسلسل ثابت</a:t>
            </a:r>
            <a:endParaRPr lang="ar-EG" dirty="0"/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0498" y="1600200"/>
            <a:ext cx="3303004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3916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EG" dirty="0" smtClean="0"/>
              <a:t>نماذج التسلسل منظم </a:t>
            </a:r>
            <a:endParaRPr lang="ar-EG" dirty="0"/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2767" y="1600200"/>
            <a:ext cx="3278465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82710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r>
              <a:rPr lang="ar-EG" dirty="0" smtClean="0"/>
              <a:t>تسلسل غير منظم</a:t>
            </a:r>
            <a:endParaRPr lang="ar-EG" dirty="0"/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1143000"/>
            <a:ext cx="3278465" cy="502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83340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ar-EG" dirty="0" smtClean="0"/>
              <a:t>تسلسل مرتبك</a:t>
            </a:r>
            <a:endParaRPr lang="ar-EG" dirty="0"/>
          </a:p>
        </p:txBody>
      </p:sp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1066800"/>
            <a:ext cx="3273600" cy="502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37517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/>
          </a:bodyPr>
          <a:lstStyle/>
          <a:p>
            <a:r>
              <a:rPr lang="ar-EG" sz="3200" b="1" dirty="0" smtClean="0"/>
              <a:t>نموذج لتداخل الرسوم والمسافات الصغيرة</a:t>
            </a:r>
            <a:endParaRPr lang="ar-EG" sz="3200" b="1" dirty="0"/>
          </a:p>
        </p:txBody>
      </p:sp>
      <p:pic>
        <p:nvPicPr>
          <p:cNvPr id="1126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914400"/>
            <a:ext cx="3325406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37207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ar-EG" dirty="0" smtClean="0"/>
              <a:t>نموذج لرسم من أسفل لأعلى</a:t>
            </a:r>
            <a:endParaRPr lang="ar-EG" dirty="0"/>
          </a:p>
        </p:txBody>
      </p:sp>
      <p:pic>
        <p:nvPicPr>
          <p:cNvPr id="1229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914400"/>
            <a:ext cx="3453491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33022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>
            <a:normAutofit/>
          </a:bodyPr>
          <a:lstStyle/>
          <a:p>
            <a:r>
              <a:rPr lang="ar-EG" sz="3200" b="1" dirty="0" smtClean="0"/>
              <a:t>نماذج لصور الحالات اولا التخلف العقلي</a:t>
            </a:r>
            <a:endParaRPr lang="ar-EG" sz="3200" b="1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1066800"/>
            <a:ext cx="4800600" cy="502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99805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457200"/>
            <a:ext cx="3307956" cy="579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59081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>
            <a:normAutofit/>
          </a:bodyPr>
          <a:lstStyle/>
          <a:p>
            <a:r>
              <a:rPr lang="ar-EG" sz="4000" b="1" dirty="0" smtClean="0"/>
              <a:t>حالات عصاب</a:t>
            </a:r>
            <a:endParaRPr lang="ar-EG" sz="4000" b="1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1219200"/>
            <a:ext cx="4191000" cy="487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58478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>
            <a:normAutofit/>
          </a:bodyPr>
          <a:lstStyle/>
          <a:p>
            <a:r>
              <a:rPr lang="ar-EG" sz="3600" b="1" dirty="0" smtClean="0"/>
              <a:t>حالة أخرى عصاب</a:t>
            </a:r>
            <a:endParaRPr lang="ar-EG" sz="3600" b="1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1143000"/>
            <a:ext cx="4267200" cy="502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86994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ar-EG" dirty="0" smtClean="0"/>
              <a:t>عصاب </a:t>
            </a:r>
            <a:endParaRPr lang="ar-EG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066800"/>
            <a:ext cx="4648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55575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EG" dirty="0" smtClean="0"/>
              <a:t>رابط الاختبار</a:t>
            </a:r>
            <a:endParaRPr lang="ar-E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docs.google.com/forms/d/e/1FAIpQLScKgZW2bYjXbwit1TdVCI9cDqzZDmqxrHgig1U21hdkrYGlGw/viewform?usp=publish-editor</a:t>
            </a:r>
            <a:endParaRPr lang="en-US" dirty="0" smtClean="0"/>
          </a:p>
          <a:p>
            <a:endParaRPr lang="ar-EG" dirty="0"/>
          </a:p>
        </p:txBody>
      </p:sp>
    </p:spTree>
    <p:extLst>
      <p:ext uri="{BB962C8B-B14F-4D97-AF65-F5344CB8AC3E}">
        <p14:creationId xmlns:p14="http://schemas.microsoft.com/office/powerpoint/2010/main" val="2850853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EG" dirty="0" smtClean="0"/>
              <a:t>الايميل</a:t>
            </a:r>
            <a:endParaRPr lang="ar-E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Mai.hsn@azhar.edu.eg</a:t>
            </a:r>
            <a:endParaRPr lang="ar-EG" dirty="0"/>
          </a:p>
        </p:txBody>
      </p:sp>
    </p:spTree>
    <p:extLst>
      <p:ext uri="{BB962C8B-B14F-4D97-AF65-F5344CB8AC3E}">
        <p14:creationId xmlns:p14="http://schemas.microsoft.com/office/powerpoint/2010/main" val="26437449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484</TotalTime>
  <Words>81</Words>
  <Application>Microsoft Office PowerPoint</Application>
  <PresentationFormat>On-screen Show (4:3)</PresentationFormat>
  <Paragraphs>24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اختبار بندر جشطالت</vt:lpstr>
      <vt:lpstr>تسلسل ثابت</vt:lpstr>
      <vt:lpstr>نماذج التسلسل منظم </vt:lpstr>
      <vt:lpstr>تسلسل غير منظم</vt:lpstr>
      <vt:lpstr>تسلسل مرتبك</vt:lpstr>
      <vt:lpstr>نموذج لتداخل الرسوم والمسافات الصغيرة</vt:lpstr>
      <vt:lpstr>نموذج لرسم من أسفل لأعلى</vt:lpstr>
      <vt:lpstr>نماذج لصور الحالات اولا التخلف العقلي</vt:lpstr>
      <vt:lpstr>PowerPoint Presentation</vt:lpstr>
      <vt:lpstr>حالات عصاب</vt:lpstr>
      <vt:lpstr>حالة أخرى عصاب</vt:lpstr>
      <vt:lpstr>عصاب </vt:lpstr>
      <vt:lpstr>رابط الاختبار</vt:lpstr>
      <vt:lpstr>الايميل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اختبار بندر جشطالت</dc:title>
  <dc:creator>win10</dc:creator>
  <cp:lastModifiedBy>win10</cp:lastModifiedBy>
  <cp:revision>10</cp:revision>
  <dcterms:created xsi:type="dcterms:W3CDTF">2006-08-16T00:00:00Z</dcterms:created>
  <dcterms:modified xsi:type="dcterms:W3CDTF">2026-03-18T15:34:30Z</dcterms:modified>
</cp:coreProperties>
</file>